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1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0953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332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3183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503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2767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7176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01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003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631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4957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5174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0104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3401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3811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36615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205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58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2288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  <p:sldLayoutId id="2147483833" r:id="rId12"/>
    <p:sldLayoutId id="2147483834" r:id="rId13"/>
    <p:sldLayoutId id="2147483835" r:id="rId14"/>
    <p:sldLayoutId id="2147483836" r:id="rId15"/>
    <p:sldLayoutId id="2147483837" r:id="rId16"/>
    <p:sldLayoutId id="2147483838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/>
          <a:lstStyle/>
          <a:p>
            <a:r>
              <a:rPr lang="en-US" altLang="ja-JP" dirty="0" smtClean="0"/>
              <a:t>The</a:t>
            </a:r>
            <a:r>
              <a:rPr lang="ja-JP" altLang="en-US" dirty="0"/>
              <a:t> </a:t>
            </a:r>
            <a:r>
              <a:rPr lang="ja-JP" altLang="en-US" dirty="0" smtClean="0"/>
              <a:t>防衛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2387600"/>
            <a:ext cx="9144000" cy="1655762"/>
          </a:xfrm>
        </p:spPr>
        <p:txBody>
          <a:bodyPr/>
          <a:lstStyle/>
          <a:p>
            <a:r>
              <a:rPr kumimoji="1" lang="ja-JP" altLang="en-US" dirty="0" smtClean="0"/>
              <a:t>企画者　愛甲</a:t>
            </a:r>
            <a:r>
              <a:rPr kumimoji="1" lang="ja-JP" altLang="en-US" dirty="0" smtClean="0"/>
              <a:t>　祥大</a:t>
            </a: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5486400" y="4634144"/>
            <a:ext cx="670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エンジン：</a:t>
            </a:r>
            <a:r>
              <a:rPr kumimoji="1" lang="en-US" altLang="ja-JP" dirty="0" smtClean="0"/>
              <a:t>Unreal Engine5</a:t>
            </a:r>
          </a:p>
          <a:p>
            <a:r>
              <a:rPr lang="ja-JP" altLang="en-US" dirty="0" smtClean="0"/>
              <a:t>プラットフォーム：</a:t>
            </a:r>
            <a:r>
              <a:rPr lang="en-US" altLang="ja-JP" dirty="0" smtClean="0"/>
              <a:t>PC</a:t>
            </a:r>
          </a:p>
          <a:p>
            <a:r>
              <a:rPr kumimoji="1" lang="ja-JP" altLang="en-US" dirty="0" smtClean="0"/>
              <a:t>ジャンル：</a:t>
            </a:r>
            <a:r>
              <a:rPr kumimoji="1" lang="en-US" altLang="ja-JP" dirty="0" smtClean="0"/>
              <a:t>FPS</a:t>
            </a:r>
            <a:r>
              <a:rPr kumimoji="1" lang="ja-JP" altLang="en-US" dirty="0" smtClean="0"/>
              <a:t>シューティング</a:t>
            </a:r>
            <a:r>
              <a:rPr lang="ja-JP" altLang="en-US" dirty="0" smtClean="0"/>
              <a:t>、タワーディフェンス</a:t>
            </a:r>
            <a:endParaRPr kumimoji="1" lang="en-US" altLang="ja-JP" dirty="0" smtClean="0"/>
          </a:p>
          <a:p>
            <a:r>
              <a:rPr lang="ja-JP" altLang="en-US" dirty="0"/>
              <a:t>プレイ</a:t>
            </a:r>
            <a:r>
              <a:rPr lang="ja-JP" altLang="en-US" dirty="0" smtClean="0"/>
              <a:t>人数：</a:t>
            </a:r>
            <a:r>
              <a:rPr lang="en-US" altLang="ja-JP" dirty="0" smtClean="0"/>
              <a:t>1</a:t>
            </a:r>
            <a:r>
              <a:rPr lang="ja-JP" altLang="en-US" dirty="0" smtClean="0"/>
              <a:t>人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2350481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コンセプト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11155532" cy="837676"/>
          </a:xfrm>
        </p:spPr>
        <p:txBody>
          <a:bodyPr/>
          <a:lstStyle/>
          <a:p>
            <a:r>
              <a:rPr kumimoji="1" lang="ja-JP" altLang="en-US" dirty="0" smtClean="0"/>
              <a:t>弾も味方も</a:t>
            </a:r>
            <a:r>
              <a:rPr kumimoji="1" lang="ja-JP" altLang="en-US" dirty="0" smtClean="0"/>
              <a:t>失っていく状況</a:t>
            </a:r>
            <a:r>
              <a:rPr kumimoji="1" lang="ja-JP" altLang="en-US" dirty="0" smtClean="0"/>
              <a:t>であるものすべてを使って耐えていく</a:t>
            </a:r>
            <a:r>
              <a:rPr kumimoji="1" lang="ja-JP" altLang="en-US" dirty="0" smtClean="0"/>
              <a:t>。</a:t>
            </a:r>
            <a:endParaRPr kumimoji="1" lang="ja-JP" altLang="en-US" dirty="0"/>
          </a:p>
        </p:txBody>
      </p:sp>
      <p:sp>
        <p:nvSpPr>
          <p:cNvPr id="6" name="タイトル 1"/>
          <p:cNvSpPr txBox="1">
            <a:spLocks/>
          </p:cNvSpPr>
          <p:nvPr/>
        </p:nvSpPr>
        <p:spPr>
          <a:xfrm>
            <a:off x="838200" y="279823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 smtClean="0"/>
              <a:t>概要</a:t>
            </a:r>
            <a:endParaRPr lang="ja-JP" altLang="en-US" dirty="0"/>
          </a:p>
        </p:txBody>
      </p:sp>
      <p:sp>
        <p:nvSpPr>
          <p:cNvPr id="7" name="コンテンツ プレースホルダー 2"/>
          <p:cNvSpPr txBox="1">
            <a:spLocks/>
          </p:cNvSpPr>
          <p:nvPr/>
        </p:nvSpPr>
        <p:spPr>
          <a:xfrm>
            <a:off x="838200" y="3974021"/>
            <a:ext cx="10515600" cy="2435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 smtClean="0"/>
              <a:t>舞台：どこかの前哨基地。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ストーリー：バイオハザードが発生し、命からがら拠点まで撤退出来た者たちの奮闘記。</a:t>
            </a:r>
            <a:endParaRPr lang="en-US" altLang="ja-JP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01611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ゲームの流れ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ウェーブ毎に敵が湧く。湧いた敵は基地を目指して移動する。</a:t>
            </a:r>
            <a:endParaRPr lang="en-US" altLang="ja-JP" dirty="0" smtClean="0"/>
          </a:p>
          <a:p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時折、補給が来るが敵は補給を潰しに来る。</a:t>
            </a:r>
            <a:endParaRPr lang="en-US" altLang="ja-JP" dirty="0" smtClean="0"/>
          </a:p>
          <a:p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 smtClean="0"/>
              <a:t>補給を確保</a:t>
            </a:r>
            <a:r>
              <a:rPr lang="ja-JP" altLang="en-US" dirty="0" smtClean="0"/>
              <a:t>しつつ</a:t>
            </a:r>
            <a:r>
              <a:rPr lang="ja-JP" altLang="en-US" dirty="0" smtClean="0"/>
              <a:t>拠点を敵から</a:t>
            </a:r>
            <a:r>
              <a:rPr kumimoji="1" lang="ja-JP" altLang="en-US" dirty="0" smtClean="0"/>
              <a:t>防衛。</a:t>
            </a:r>
            <a:endParaRPr kumimoji="1" lang="en-US" altLang="ja-JP" dirty="0" smtClean="0"/>
          </a:p>
          <a:p>
            <a:endParaRPr lang="en-US" altLang="ja-JP" dirty="0" smtClean="0"/>
          </a:p>
          <a:p>
            <a:endParaRPr lang="en-US" altLang="ja-JP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1508" y="2526321"/>
            <a:ext cx="1596553" cy="186731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7285" y="-96733"/>
            <a:ext cx="2319767" cy="2149651"/>
          </a:xfrm>
          <a:prstGeom prst="rect">
            <a:avLst/>
          </a:prstGeom>
        </p:spPr>
      </p:pic>
      <p:sp>
        <p:nvSpPr>
          <p:cNvPr id="6" name="右矢印 5"/>
          <p:cNvSpPr/>
          <p:nvPr/>
        </p:nvSpPr>
        <p:spPr>
          <a:xfrm flipH="1">
            <a:off x="8406208" y="3459978"/>
            <a:ext cx="1323795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0069376" y="1933796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移動</a:t>
            </a:r>
            <a:endParaRPr kumimoji="1" lang="ja-JP" altLang="en-US" dirty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432"/>
          <a:stretch/>
        </p:blipFill>
        <p:spPr>
          <a:xfrm>
            <a:off x="6516209" y="2683318"/>
            <a:ext cx="2443577" cy="1553321"/>
          </a:xfrm>
          <a:prstGeom prst="rect">
            <a:avLst/>
          </a:prstGeom>
        </p:spPr>
      </p:pic>
      <p:sp>
        <p:nvSpPr>
          <p:cNvPr id="9" name="右矢印 8"/>
          <p:cNvSpPr/>
          <p:nvPr/>
        </p:nvSpPr>
        <p:spPr>
          <a:xfrm rot="2855198" flipH="1">
            <a:off x="9263707" y="1950748"/>
            <a:ext cx="1323795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8666359" y="3094299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攻撃</a:t>
            </a:r>
            <a:endParaRPr kumimoji="1" lang="ja-JP" altLang="en-US" dirty="0"/>
          </a:p>
        </p:txBody>
      </p:sp>
      <p:pic>
        <p:nvPicPr>
          <p:cNvPr id="11" name="図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7427" y="4796476"/>
            <a:ext cx="1368177" cy="1638535"/>
          </a:xfrm>
          <a:prstGeom prst="rect">
            <a:avLst/>
          </a:prstGeom>
        </p:spPr>
      </p:pic>
      <p:sp>
        <p:nvSpPr>
          <p:cNvPr id="12" name="右矢印 11"/>
          <p:cNvSpPr/>
          <p:nvPr/>
        </p:nvSpPr>
        <p:spPr>
          <a:xfrm rot="7923612" flipH="1">
            <a:off x="9660473" y="4896798"/>
            <a:ext cx="1323795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10507052" y="5435015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倒す</a:t>
            </a:r>
            <a:endParaRPr kumimoji="1" lang="ja-JP" altLang="en-US" dirty="0"/>
          </a:p>
        </p:txBody>
      </p:sp>
      <p:sp>
        <p:nvSpPr>
          <p:cNvPr id="14" name="右矢印 13"/>
          <p:cNvSpPr/>
          <p:nvPr/>
        </p:nvSpPr>
        <p:spPr>
          <a:xfrm rot="3233541" flipH="1">
            <a:off x="7292209" y="4455490"/>
            <a:ext cx="1588299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7298009" y="4969456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補給</a:t>
            </a:r>
            <a:endParaRPr kumimoji="1" lang="ja-JP" altLang="en-US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10594886" y="4358417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敵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8664709" y="6360207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プレイヤー</a:t>
            </a:r>
            <a:endParaRPr kumimoji="1" lang="ja-JP" altLang="en-US" dirty="0"/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6832656" y="3899691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補給ドローン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80184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遊び方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キーボード</a:t>
            </a:r>
            <a:r>
              <a:rPr kumimoji="1" lang="en-US" altLang="ja-JP" dirty="0" smtClean="0"/>
              <a:t>+</a:t>
            </a:r>
            <a:r>
              <a:rPr kumimoji="1" lang="ja-JP" altLang="en-US" dirty="0" smtClean="0"/>
              <a:t>マウス。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14550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37453"/>
          </a:xfrm>
        </p:spPr>
        <p:txBody>
          <a:bodyPr/>
          <a:lstStyle/>
          <a:p>
            <a:r>
              <a:rPr kumimoji="1" lang="ja-JP" altLang="en-US" dirty="0" smtClean="0"/>
              <a:t>ゲーム画面</a:t>
            </a:r>
            <a:endParaRPr kumimoji="1" lang="ja-JP" altLang="en-US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034" y="1402085"/>
            <a:ext cx="7480800" cy="4206244"/>
          </a:xfrm>
          <a:prstGeom prst="rect">
            <a:avLst/>
          </a:prstGeom>
        </p:spPr>
      </p:pic>
      <p:sp>
        <p:nvSpPr>
          <p:cNvPr id="5" name="右矢印 4"/>
          <p:cNvSpPr/>
          <p:nvPr/>
        </p:nvSpPr>
        <p:spPr>
          <a:xfrm rot="19506332">
            <a:off x="2139519" y="5461849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846554" y="5906228"/>
            <a:ext cx="4463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体力：</a:t>
            </a:r>
            <a:r>
              <a:rPr kumimoji="1" lang="en-US" altLang="ja-JP" dirty="0" smtClean="0"/>
              <a:t>0</a:t>
            </a:r>
            <a:r>
              <a:rPr kumimoji="1" lang="ja-JP" altLang="en-US" dirty="0" smtClean="0"/>
              <a:t>になると戦闘に参加できなくなる</a:t>
            </a:r>
            <a:endParaRPr kumimoji="1" lang="ja-JP" altLang="en-US" dirty="0"/>
          </a:p>
        </p:txBody>
      </p:sp>
      <p:sp>
        <p:nvSpPr>
          <p:cNvPr id="7" name="右矢印 6"/>
          <p:cNvSpPr/>
          <p:nvPr/>
        </p:nvSpPr>
        <p:spPr>
          <a:xfrm rot="5400000">
            <a:off x="5853234" y="985681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5521621" y="532618"/>
            <a:ext cx="495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基地の体力：</a:t>
            </a:r>
            <a:r>
              <a:rPr kumimoji="1" lang="en-US" altLang="ja-JP" dirty="0" smtClean="0"/>
              <a:t>0</a:t>
            </a:r>
            <a:r>
              <a:rPr kumimoji="1" lang="ja-JP" altLang="en-US" dirty="0" smtClean="0"/>
              <a:t>になるとゲームオーバー</a:t>
            </a:r>
            <a:endParaRPr kumimoji="1" lang="ja-JP" altLang="en-US" dirty="0"/>
          </a:p>
        </p:txBody>
      </p:sp>
      <p:sp>
        <p:nvSpPr>
          <p:cNvPr id="9" name="右矢印 8"/>
          <p:cNvSpPr/>
          <p:nvPr/>
        </p:nvSpPr>
        <p:spPr>
          <a:xfrm rot="16200000">
            <a:off x="9215224" y="5610798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8243710" y="6090894"/>
            <a:ext cx="4463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弾薬</a:t>
            </a:r>
            <a:r>
              <a:rPr kumimoji="1" lang="ja-JP" altLang="en-US" dirty="0" smtClean="0"/>
              <a:t>：装弾数と残っている弾の数</a:t>
            </a:r>
            <a:endParaRPr kumimoji="1" lang="ja-JP" altLang="en-US" dirty="0"/>
          </a:p>
        </p:txBody>
      </p:sp>
      <p:sp>
        <p:nvSpPr>
          <p:cNvPr id="11" name="右矢印 10"/>
          <p:cNvSpPr/>
          <p:nvPr/>
        </p:nvSpPr>
        <p:spPr>
          <a:xfrm rot="787914">
            <a:off x="1839775" y="4046321"/>
            <a:ext cx="1853165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108871" y="3235465"/>
            <a:ext cx="44638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インベントリ：</a:t>
            </a:r>
            <a:endParaRPr lang="en-US" altLang="ja-JP" dirty="0" smtClean="0"/>
          </a:p>
          <a:p>
            <a:r>
              <a:rPr kumimoji="1" lang="ja-JP" altLang="en-US" dirty="0" smtClean="0"/>
              <a:t>消耗品を所持できる。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56233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イオン">
  <a:themeElements>
    <a:clrScheme name="イオン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イオン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イオン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611</TotalTime>
  <Words>158</Words>
  <Application>Microsoft Office PowerPoint</Application>
  <PresentationFormat>ワイド画面</PresentationFormat>
  <Paragraphs>35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メイリオ</vt:lpstr>
      <vt:lpstr>Arial</vt:lpstr>
      <vt:lpstr>Century Gothic</vt:lpstr>
      <vt:lpstr>Wingdings 3</vt:lpstr>
      <vt:lpstr>イオン</vt:lpstr>
      <vt:lpstr>The 防衛</vt:lpstr>
      <vt:lpstr>コンセプト</vt:lpstr>
      <vt:lpstr>ゲームの流れ</vt:lpstr>
      <vt:lpstr>遊び方</vt:lpstr>
      <vt:lpstr>ゲーム画面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ゲーム制作企画書</dc:title>
  <dc:creator>GA2A</dc:creator>
  <cp:lastModifiedBy>GA2A</cp:lastModifiedBy>
  <cp:revision>28</cp:revision>
  <dcterms:created xsi:type="dcterms:W3CDTF">2025-10-02T01:15:42Z</dcterms:created>
  <dcterms:modified xsi:type="dcterms:W3CDTF">2025-12-22T07:30:50Z</dcterms:modified>
</cp:coreProperties>
</file>