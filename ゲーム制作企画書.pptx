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1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0953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332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3183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503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2767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176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01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003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631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4957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5174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70104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3401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3811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6615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205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58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242841BA-3CFF-4AFF-88B1-DBD736C8B12D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2288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7" r:id="rId16"/>
    <p:sldLayoutId id="2147483838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/>
          <a:lstStyle/>
          <a:p>
            <a:r>
              <a:rPr lang="en-US" altLang="ja-JP" dirty="0"/>
              <a:t>The</a:t>
            </a:r>
            <a:r>
              <a:rPr lang="ja-JP" altLang="en-US" dirty="0"/>
              <a:t> 防衛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2387600"/>
            <a:ext cx="9144000" cy="1655762"/>
          </a:xfrm>
        </p:spPr>
        <p:txBody>
          <a:bodyPr/>
          <a:lstStyle/>
          <a:p>
            <a:r>
              <a:rPr kumimoji="1" lang="ja-JP" altLang="en-US" dirty="0"/>
              <a:t>企画者　愛甲　祥大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5486400" y="4634144"/>
            <a:ext cx="670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エンジン：</a:t>
            </a:r>
            <a:r>
              <a:rPr kumimoji="1" lang="en-US" altLang="ja-JP" dirty="0"/>
              <a:t>Unreal Engine5</a:t>
            </a:r>
          </a:p>
          <a:p>
            <a:r>
              <a:rPr lang="ja-JP" altLang="en-US" dirty="0"/>
              <a:t>プラットフォーム：</a:t>
            </a:r>
            <a:r>
              <a:rPr lang="en-US" altLang="ja-JP" dirty="0"/>
              <a:t>PC</a:t>
            </a:r>
          </a:p>
          <a:p>
            <a:r>
              <a:rPr kumimoji="1" lang="ja-JP" altLang="en-US" dirty="0"/>
              <a:t>ジャンル：</a:t>
            </a:r>
            <a:r>
              <a:rPr kumimoji="1" lang="en-US" altLang="ja-JP" dirty="0"/>
              <a:t>FPS</a:t>
            </a:r>
            <a:r>
              <a:rPr kumimoji="1" lang="ja-JP" altLang="en-US" dirty="0"/>
              <a:t>シューティング</a:t>
            </a:r>
            <a:r>
              <a:rPr lang="ja-JP" altLang="en-US" dirty="0"/>
              <a:t>、タワーディフェンス</a:t>
            </a:r>
            <a:endParaRPr kumimoji="1" lang="en-US" altLang="ja-JP" dirty="0"/>
          </a:p>
          <a:p>
            <a:r>
              <a:rPr lang="ja-JP" altLang="en-US" dirty="0"/>
              <a:t>プレイ人数：</a:t>
            </a:r>
            <a:r>
              <a:rPr lang="en-US" altLang="ja-JP" dirty="0"/>
              <a:t>1</a:t>
            </a:r>
            <a:r>
              <a:rPr lang="ja-JP" altLang="en-US" dirty="0"/>
              <a:t>人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50481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1155532" cy="837676"/>
          </a:xfrm>
        </p:spPr>
        <p:txBody>
          <a:bodyPr>
            <a:normAutofit/>
          </a:bodyPr>
          <a:lstStyle/>
          <a:p>
            <a:r>
              <a:rPr kumimoji="1" lang="ja-JP" altLang="en-US" sz="2800" dirty="0"/>
              <a:t>弾も味方も失っていく状況であるものすべてを使って耐えていく。</a:t>
            </a:r>
          </a:p>
        </p:txBody>
      </p:sp>
      <p:sp>
        <p:nvSpPr>
          <p:cNvPr id="6" name="タイトル 1"/>
          <p:cNvSpPr txBox="1">
            <a:spLocks/>
          </p:cNvSpPr>
          <p:nvPr/>
        </p:nvSpPr>
        <p:spPr>
          <a:xfrm>
            <a:off x="838200" y="279823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概要</a:t>
            </a:r>
          </a:p>
        </p:txBody>
      </p:sp>
      <p:sp>
        <p:nvSpPr>
          <p:cNvPr id="7" name="コンテンツ プレースホルダー 2"/>
          <p:cNvSpPr txBox="1">
            <a:spLocks/>
          </p:cNvSpPr>
          <p:nvPr/>
        </p:nvSpPr>
        <p:spPr>
          <a:xfrm>
            <a:off x="838200" y="3974021"/>
            <a:ext cx="10515600" cy="2435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舞台：どこかの前哨基地。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ストーリー：バイオハザードが発生し、命からがら拠点まで撤退出来た者たちの奮闘記。</a:t>
            </a:r>
            <a:endParaRPr lang="en-US" altLang="ja-JP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0161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右矢印 8"/>
          <p:cNvSpPr/>
          <p:nvPr/>
        </p:nvSpPr>
        <p:spPr>
          <a:xfrm rot="5400000" flipH="1">
            <a:off x="7914882" y="4466633"/>
            <a:ext cx="1387956" cy="3563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ゲームの流れ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6813" y="1975034"/>
            <a:ext cx="8946541" cy="4195481"/>
          </a:xfrm>
        </p:spPr>
        <p:txBody>
          <a:bodyPr/>
          <a:lstStyle/>
          <a:p>
            <a:r>
              <a:rPr lang="ja-JP" altLang="en-US" dirty="0"/>
              <a:t>ウェーブ毎に敵が湧く。湧いた敵は基地を目指して移動する。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時折、補給が来るが敵は補給を潰しに来る。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補給を確保しつつ拠点を敵から</a:t>
            </a:r>
            <a:r>
              <a:rPr kumimoji="1" lang="ja-JP" altLang="en-US" dirty="0"/>
              <a:t>防衛。</a:t>
            </a:r>
            <a:endParaRPr kumimoji="1"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598" y="5125388"/>
            <a:ext cx="1152873" cy="1348389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6177" y="1817229"/>
            <a:ext cx="2319767" cy="2149651"/>
          </a:xfrm>
          <a:prstGeom prst="rect">
            <a:avLst/>
          </a:prstGeom>
        </p:spPr>
      </p:pic>
      <p:sp>
        <p:nvSpPr>
          <p:cNvPr id="6" name="右矢印 5"/>
          <p:cNvSpPr/>
          <p:nvPr/>
        </p:nvSpPr>
        <p:spPr>
          <a:xfrm rot="16200000" flipH="1">
            <a:off x="8713684" y="4718432"/>
            <a:ext cx="854036" cy="36742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7671212" y="4310500"/>
            <a:ext cx="731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solidFill>
                  <a:srgbClr val="FF0000"/>
                </a:solidFill>
              </a:rPr>
              <a:t>移動</a:t>
            </a:r>
            <a:endParaRPr kumimoji="1" lang="en-US" altLang="ja-JP" dirty="0" smtClean="0">
              <a:solidFill>
                <a:srgbClr val="FF0000"/>
              </a:solidFill>
            </a:endParaRPr>
          </a:p>
          <a:p>
            <a:pPr algn="ctr"/>
            <a:r>
              <a:rPr lang="ja-JP" altLang="en-US" dirty="0" smtClean="0">
                <a:solidFill>
                  <a:srgbClr val="FF0000"/>
                </a:solidFill>
              </a:rPr>
              <a:t>＆</a:t>
            </a:r>
            <a:endParaRPr lang="en-US" altLang="ja-JP" dirty="0" smtClean="0">
              <a:solidFill>
                <a:srgbClr val="FF0000"/>
              </a:solidFill>
            </a:endParaRPr>
          </a:p>
          <a:p>
            <a:r>
              <a:rPr kumimoji="1" lang="ja-JP" altLang="en-US" dirty="0">
                <a:solidFill>
                  <a:srgbClr val="FF0000"/>
                </a:solidFill>
              </a:rPr>
              <a:t>攻撃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432"/>
          <a:stretch/>
        </p:blipFill>
        <p:spPr>
          <a:xfrm>
            <a:off x="6966366" y="117958"/>
            <a:ext cx="1928528" cy="1225917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8487" y="2953944"/>
            <a:ext cx="1055145" cy="1263646"/>
          </a:xfrm>
          <a:prstGeom prst="rect">
            <a:avLst/>
          </a:prstGeom>
        </p:spPr>
      </p:pic>
      <p:sp>
        <p:nvSpPr>
          <p:cNvPr id="12" name="右矢印 11"/>
          <p:cNvSpPr/>
          <p:nvPr/>
        </p:nvSpPr>
        <p:spPr>
          <a:xfrm rot="9816190" flipH="1">
            <a:off x="6856233" y="3869360"/>
            <a:ext cx="1703969" cy="4040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9555471" y="4632726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sp>
        <p:nvSpPr>
          <p:cNvPr id="14" name="右矢印 13"/>
          <p:cNvSpPr/>
          <p:nvPr/>
        </p:nvSpPr>
        <p:spPr>
          <a:xfrm rot="3233541" flipH="1">
            <a:off x="7321981" y="2078954"/>
            <a:ext cx="1779724" cy="368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8114895" y="1737614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補給</a:t>
            </a:r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809460" y="6504893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8402598" y="4125834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プレイヤー</a:t>
            </a:r>
            <a:endParaRPr kumimoji="1" lang="ja-JP" altLang="en-US" dirty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944808" y="1086401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補給ドローン</a:t>
            </a:r>
            <a:endParaRPr kumimoji="1" lang="ja-JP" altLang="en-US" dirty="0"/>
          </a:p>
        </p:txBody>
      </p:sp>
      <p:pic>
        <p:nvPicPr>
          <p:cNvPr id="19" name="図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8080" y="2581988"/>
            <a:ext cx="1152873" cy="1348389"/>
          </a:xfrm>
          <a:prstGeom prst="rect">
            <a:avLst/>
          </a:prstGeom>
        </p:spPr>
      </p:pic>
      <p:sp>
        <p:nvSpPr>
          <p:cNvPr id="20" name="右矢印 19"/>
          <p:cNvSpPr/>
          <p:nvPr/>
        </p:nvSpPr>
        <p:spPr>
          <a:xfrm flipH="1">
            <a:off x="9523631" y="3271501"/>
            <a:ext cx="1632505" cy="3220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0154082" y="2449624"/>
            <a:ext cx="731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solidFill>
                  <a:srgbClr val="FF0000"/>
                </a:solidFill>
              </a:rPr>
              <a:t>移動</a:t>
            </a:r>
            <a:endParaRPr kumimoji="1" lang="en-US" altLang="ja-JP" dirty="0" smtClean="0">
              <a:solidFill>
                <a:srgbClr val="FF0000"/>
              </a:solidFill>
            </a:endParaRPr>
          </a:p>
          <a:p>
            <a:pPr algn="ctr"/>
            <a:r>
              <a:rPr lang="ja-JP" altLang="en-US" dirty="0" smtClean="0">
                <a:solidFill>
                  <a:srgbClr val="FF0000"/>
                </a:solidFill>
              </a:rPr>
              <a:t>＆</a:t>
            </a:r>
            <a:endParaRPr lang="en-US" altLang="ja-JP" dirty="0" smtClean="0">
              <a:solidFill>
                <a:srgbClr val="FF0000"/>
              </a:solidFill>
            </a:endParaRPr>
          </a:p>
          <a:p>
            <a:r>
              <a:rPr kumimoji="1" lang="ja-JP" altLang="en-US" dirty="0">
                <a:solidFill>
                  <a:srgbClr val="FF0000"/>
                </a:solidFill>
              </a:rPr>
              <a:t>攻撃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11502250" y="3966880"/>
            <a:ext cx="587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23" name="右矢印 22"/>
          <p:cNvSpPr/>
          <p:nvPr/>
        </p:nvSpPr>
        <p:spPr>
          <a:xfrm rot="7807429" flipH="1">
            <a:off x="8831631" y="2173406"/>
            <a:ext cx="1531065" cy="31346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9795470" y="4125834"/>
            <a:ext cx="77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pic>
        <p:nvPicPr>
          <p:cNvPr id="25" name="図 2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8153" y="3766039"/>
            <a:ext cx="1152873" cy="1348389"/>
          </a:xfrm>
          <a:prstGeom prst="rect">
            <a:avLst/>
          </a:prstGeom>
        </p:spPr>
      </p:pic>
      <p:sp>
        <p:nvSpPr>
          <p:cNvPr id="27" name="テキスト ボックス 26"/>
          <p:cNvSpPr txBox="1"/>
          <p:nvPr/>
        </p:nvSpPr>
        <p:spPr>
          <a:xfrm>
            <a:off x="6176353" y="5236214"/>
            <a:ext cx="615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pic>
        <p:nvPicPr>
          <p:cNvPr id="28" name="図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5137" y="341772"/>
            <a:ext cx="1152873" cy="1348389"/>
          </a:xfrm>
          <a:prstGeom prst="rect">
            <a:avLst/>
          </a:prstGeom>
        </p:spPr>
      </p:pic>
      <p:sp>
        <p:nvSpPr>
          <p:cNvPr id="29" name="テキスト ボックス 28"/>
          <p:cNvSpPr txBox="1"/>
          <p:nvPr/>
        </p:nvSpPr>
        <p:spPr>
          <a:xfrm>
            <a:off x="10085525" y="1735232"/>
            <a:ext cx="615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敵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30" name="右矢印 29"/>
          <p:cNvSpPr/>
          <p:nvPr/>
        </p:nvSpPr>
        <p:spPr>
          <a:xfrm rot="18542314" flipH="1">
            <a:off x="9058841" y="2526086"/>
            <a:ext cx="1420598" cy="3515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右矢印 30"/>
          <p:cNvSpPr/>
          <p:nvPr/>
        </p:nvSpPr>
        <p:spPr>
          <a:xfrm rot="421682" flipH="1">
            <a:off x="8177770" y="680558"/>
            <a:ext cx="1576360" cy="3421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右矢印 32"/>
          <p:cNvSpPr/>
          <p:nvPr/>
        </p:nvSpPr>
        <p:spPr>
          <a:xfrm rot="10800000" flipH="1">
            <a:off x="9361445" y="3684113"/>
            <a:ext cx="1794692" cy="32073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8984694" y="1974234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sp>
        <p:nvSpPr>
          <p:cNvPr id="35" name="右矢印 34"/>
          <p:cNvSpPr/>
          <p:nvPr/>
        </p:nvSpPr>
        <p:spPr>
          <a:xfrm rot="20645620" flipH="1">
            <a:off x="6712520" y="3574682"/>
            <a:ext cx="1585977" cy="36325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7060818" y="3284480"/>
            <a:ext cx="19285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倒す</a:t>
            </a:r>
            <a:endParaRPr kumimoji="1" lang="ja-JP" altLang="en-US" dirty="0"/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8649341" y="1016901"/>
            <a:ext cx="731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>
                <a:solidFill>
                  <a:srgbClr val="FF0000"/>
                </a:solidFill>
              </a:rPr>
              <a:t>攻撃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184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6111" y="245513"/>
            <a:ext cx="9404723" cy="1400530"/>
          </a:xfrm>
        </p:spPr>
        <p:txBody>
          <a:bodyPr/>
          <a:lstStyle/>
          <a:p>
            <a:r>
              <a:rPr lang="ja-JP" altLang="en-US" dirty="0"/>
              <a:t>操作方法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46111" y="1138518"/>
            <a:ext cx="11410171" cy="4195481"/>
          </a:xfrm>
        </p:spPr>
        <p:txBody>
          <a:bodyPr/>
          <a:lstStyle/>
          <a:p>
            <a:pPr marL="0" indent="0">
              <a:buNone/>
            </a:pPr>
            <a:r>
              <a:rPr lang="ja-JP" altLang="en-US" dirty="0" smtClean="0"/>
              <a:t>キーボード</a:t>
            </a:r>
            <a:r>
              <a:rPr lang="en-US" altLang="ja-JP" dirty="0" smtClean="0"/>
              <a:t>											</a:t>
            </a:r>
            <a:r>
              <a:rPr lang="ja-JP" altLang="en-US" dirty="0" smtClean="0"/>
              <a:t>マウス</a:t>
            </a:r>
            <a:endParaRPr lang="en-US" altLang="ja-JP" dirty="0" smtClean="0"/>
          </a:p>
          <a:p>
            <a:r>
              <a:rPr lang="ja-JP" altLang="en-US" dirty="0" smtClean="0"/>
              <a:t>移動</a:t>
            </a:r>
            <a:r>
              <a:rPr lang="ja-JP" altLang="en-US" dirty="0"/>
              <a:t>：</a:t>
            </a:r>
            <a:r>
              <a:rPr lang="en-US" altLang="ja-JP" dirty="0" smtClean="0"/>
              <a:t>WASD									</a:t>
            </a:r>
            <a:r>
              <a:rPr lang="ja-JP" altLang="en-US" dirty="0" smtClean="0"/>
              <a:t>アイテム</a:t>
            </a:r>
            <a:r>
              <a:rPr lang="ja-JP" altLang="en-US" dirty="0"/>
              <a:t>回収＆インタラクト：</a:t>
            </a:r>
            <a:r>
              <a:rPr lang="en-US" altLang="ja-JP" dirty="0" smtClean="0"/>
              <a:t>E	</a:t>
            </a:r>
            <a:endParaRPr lang="en-US" altLang="ja-JP" dirty="0"/>
          </a:p>
          <a:p>
            <a:r>
              <a:rPr lang="ja-JP" altLang="en-US" dirty="0" smtClean="0"/>
              <a:t>攻撃</a:t>
            </a:r>
            <a:r>
              <a:rPr lang="ja-JP" altLang="en-US" dirty="0"/>
              <a:t>：マウス左</a:t>
            </a:r>
            <a:r>
              <a:rPr lang="ja-JP" altLang="en-US" dirty="0" smtClean="0"/>
              <a:t>クリック</a:t>
            </a:r>
            <a:r>
              <a:rPr lang="en-US" altLang="ja-JP" dirty="0" smtClean="0"/>
              <a:t>							</a:t>
            </a:r>
            <a:r>
              <a:rPr lang="ja-JP" altLang="en-US" dirty="0" smtClean="0"/>
              <a:t>インベントリ</a:t>
            </a:r>
            <a:r>
              <a:rPr lang="ja-JP" altLang="en-US" dirty="0"/>
              <a:t>切り替え：</a:t>
            </a:r>
            <a:r>
              <a:rPr lang="ja-JP" altLang="en-US" dirty="0" smtClean="0"/>
              <a:t>マウスホイール</a:t>
            </a:r>
            <a:endParaRPr lang="en-US" altLang="ja-JP" dirty="0"/>
          </a:p>
          <a:p>
            <a:r>
              <a:rPr lang="ja-JP" altLang="en-US" dirty="0"/>
              <a:t>武器切り替え：</a:t>
            </a:r>
            <a:r>
              <a:rPr lang="en-US" altLang="ja-JP" dirty="0" smtClean="0"/>
              <a:t>Q								</a:t>
            </a:r>
            <a:endParaRPr lang="ja-JP" altLang="en-US" dirty="0" smtClean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C8C8CEB-6A61-EC8E-F6A6-892323104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29" y="3685622"/>
            <a:ext cx="7128939" cy="317237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51F4FB3-7535-DF5A-AA73-614732E7C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250" b="98250" l="10000" r="90000">
                        <a14:foregroundMark x1="29000" y1="41000" x2="29000" y2="41000"/>
                        <a14:foregroundMark x1="28500" y1="38500" x2="38750" y2="84250"/>
                        <a14:foregroundMark x1="40500" y1="38000" x2="28500" y2="60500"/>
                        <a14:foregroundMark x1="28500" y1="60500" x2="30250" y2="69500"/>
                        <a14:foregroundMark x1="31500" y1="41500" x2="24000" y2="45000"/>
                        <a14:foregroundMark x1="31500" y1="32250" x2="36250" y2="32750"/>
                        <a14:foregroundMark x1="48250" y1="34000" x2="55750" y2="47500"/>
                        <a14:foregroundMark x1="55750" y1="47500" x2="56000" y2="49000"/>
                        <a14:foregroundMark x1="58000" y1="36250" x2="49000" y2="44500"/>
                        <a14:foregroundMark x1="45750" y1="29000" x2="52000" y2="34500"/>
                        <a14:foregroundMark x1="59250" y1="41250" x2="63000" y2="48750"/>
                        <a14:foregroundMark x1="56500" y1="61250" x2="50250" y2="81250"/>
                        <a14:foregroundMark x1="50250" y1="81250" x2="34500" y2="89250"/>
                        <a14:foregroundMark x1="34500" y1="89250" x2="28500" y2="73500"/>
                        <a14:foregroundMark x1="28500" y1="73500" x2="28500" y2="72250"/>
                        <a14:foregroundMark x1="48250" y1="56250" x2="44500" y2="73500"/>
                        <a14:foregroundMark x1="44500" y1="73500" x2="44500" y2="73500"/>
                        <a14:foregroundMark x1="52750" y1="55000" x2="61750" y2="64250"/>
                        <a14:foregroundMark x1="61750" y1="64250" x2="59750" y2="72500"/>
                        <a14:foregroundMark x1="60250" y1="55000" x2="63250" y2="68250"/>
                        <a14:foregroundMark x1="63250" y1="68250" x2="60500" y2="81750"/>
                        <a14:foregroundMark x1="24000" y1="57750" x2="26500" y2="86000"/>
                        <a14:foregroundMark x1="28500" y1="89250" x2="45000" y2="94500"/>
                        <a14:foregroundMark x1="45000" y1="94500" x2="56250" y2="86000"/>
                        <a14:foregroundMark x1="56250" y1="86000" x2="56250" y2="85500"/>
                        <a14:foregroundMark x1="40750" y1="97000" x2="43250" y2="98250"/>
                        <a14:foregroundMark x1="43250" y1="45750" x2="43500" y2="54250"/>
                        <a14:foregroundMark x1="43000" y1="19250" x2="43750" y2="15750"/>
                        <a14:foregroundMark x1="43250" y1="15250" x2="47389" y2="10593"/>
                        <a14:foregroundMark x1="45000" y1="10750" x2="45000" y2="10750"/>
                        <a14:foregroundMark x1="46750" y1="9250" x2="46750" y2="9250"/>
                        <a14:foregroundMark x1="49000" y1="7250" x2="49000" y2="7250"/>
                        <a14:foregroundMark x1="76500" y1="6000" x2="76500" y2="6000"/>
                        <a14:foregroundMark x1="80500" y1="2250" x2="80500" y2="2250"/>
                        <a14:foregroundMark x1="54000" y1="6750" x2="54000" y2="6750"/>
                        <a14:backgroundMark x1="50750" y1="10250" x2="47500" y2="10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730" y="2963413"/>
            <a:ext cx="381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550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37453"/>
          </a:xfrm>
        </p:spPr>
        <p:txBody>
          <a:bodyPr/>
          <a:lstStyle/>
          <a:p>
            <a:r>
              <a:rPr kumimoji="1" lang="ja-JP" altLang="en-US" dirty="0"/>
              <a:t>ゲーム画面</a:t>
            </a:r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034" y="1402085"/>
            <a:ext cx="7480800" cy="4206244"/>
          </a:xfrm>
          <a:prstGeom prst="rect">
            <a:avLst/>
          </a:prstGeom>
        </p:spPr>
      </p:pic>
      <p:sp>
        <p:nvSpPr>
          <p:cNvPr id="5" name="右矢印 4"/>
          <p:cNvSpPr/>
          <p:nvPr/>
        </p:nvSpPr>
        <p:spPr>
          <a:xfrm rot="19506332">
            <a:off x="2139519" y="5461849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846554" y="5906228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体力：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になると戦闘に参加できなくなる</a:t>
            </a:r>
          </a:p>
        </p:txBody>
      </p:sp>
      <p:sp>
        <p:nvSpPr>
          <p:cNvPr id="7" name="右矢印 6"/>
          <p:cNvSpPr/>
          <p:nvPr/>
        </p:nvSpPr>
        <p:spPr>
          <a:xfrm rot="5400000">
            <a:off x="5853234" y="985681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5521621" y="532618"/>
            <a:ext cx="495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基地の体力：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になるとゲームオーバー</a:t>
            </a:r>
          </a:p>
        </p:txBody>
      </p:sp>
      <p:sp>
        <p:nvSpPr>
          <p:cNvPr id="9" name="右矢印 8"/>
          <p:cNvSpPr/>
          <p:nvPr/>
        </p:nvSpPr>
        <p:spPr>
          <a:xfrm rot="16200000">
            <a:off x="9215224" y="5610798"/>
            <a:ext cx="621437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8243710" y="6090894"/>
            <a:ext cx="4463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弾薬</a:t>
            </a:r>
            <a:r>
              <a:rPr kumimoji="1" lang="ja-JP" altLang="en-US" dirty="0"/>
              <a:t>：装弾数と残っている弾の数</a:t>
            </a:r>
          </a:p>
        </p:txBody>
      </p:sp>
      <p:sp>
        <p:nvSpPr>
          <p:cNvPr id="11" name="右矢印 10"/>
          <p:cNvSpPr/>
          <p:nvPr/>
        </p:nvSpPr>
        <p:spPr>
          <a:xfrm rot="787914">
            <a:off x="1839775" y="4046321"/>
            <a:ext cx="1853165" cy="292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108871" y="3235465"/>
            <a:ext cx="4463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インベントリ：</a:t>
            </a:r>
            <a:endParaRPr lang="en-US" altLang="ja-JP" dirty="0"/>
          </a:p>
          <a:p>
            <a:r>
              <a:rPr kumimoji="1" lang="ja-JP" altLang="en-US" dirty="0"/>
              <a:t>消耗品を所持</a:t>
            </a:r>
            <a:r>
              <a:rPr lang="ja-JP" altLang="en-US" dirty="0"/>
              <a:t>と</a:t>
            </a:r>
            <a:r>
              <a:rPr kumimoji="1" lang="ja-JP" altLang="en-US" dirty="0"/>
              <a:t>、</a:t>
            </a:r>
            <a:endParaRPr kumimoji="1" lang="en-US" altLang="ja-JP" dirty="0"/>
          </a:p>
          <a:p>
            <a:r>
              <a:rPr kumimoji="1" lang="ja-JP" altLang="en-US" dirty="0"/>
              <a:t>使用できる。</a:t>
            </a:r>
          </a:p>
        </p:txBody>
      </p:sp>
    </p:spTree>
    <p:extLst>
      <p:ext uri="{BB962C8B-B14F-4D97-AF65-F5344CB8AC3E}">
        <p14:creationId xmlns:p14="http://schemas.microsoft.com/office/powerpoint/2010/main" val="15456233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824</TotalTime>
  <Words>170</Words>
  <Application>Microsoft Office PowerPoint</Application>
  <PresentationFormat>ワイド画面</PresentationFormat>
  <Paragraphs>50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Arial</vt:lpstr>
      <vt:lpstr>Century Gothic</vt:lpstr>
      <vt:lpstr>Wingdings 3</vt:lpstr>
      <vt:lpstr>イオン</vt:lpstr>
      <vt:lpstr>The 防衛</vt:lpstr>
      <vt:lpstr>コンセプト</vt:lpstr>
      <vt:lpstr>ゲームの流れ</vt:lpstr>
      <vt:lpstr>操作方法</vt:lpstr>
      <vt:lpstr>ゲーム画面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GA2A</cp:lastModifiedBy>
  <cp:revision>40</cp:revision>
  <dcterms:created xsi:type="dcterms:W3CDTF">2025-10-02T01:15:42Z</dcterms:created>
  <dcterms:modified xsi:type="dcterms:W3CDTF">2025-12-23T01:06:38Z</dcterms:modified>
</cp:coreProperties>
</file>