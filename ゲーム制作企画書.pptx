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1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0953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332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3183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503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2767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7176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01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5003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1631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4957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51740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0104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03401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3811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36615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1205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58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242841BA-3CFF-4AFF-88B1-DBD736C8B12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2288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  <p:sldLayoutId id="2147483833" r:id="rId12"/>
    <p:sldLayoutId id="2147483834" r:id="rId13"/>
    <p:sldLayoutId id="2147483835" r:id="rId14"/>
    <p:sldLayoutId id="2147483836" r:id="rId15"/>
    <p:sldLayoutId id="2147483837" r:id="rId16"/>
    <p:sldLayoutId id="2147483838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/>
          <a:lstStyle/>
          <a:p>
            <a:r>
              <a:rPr lang="en-US" altLang="ja-JP" dirty="0"/>
              <a:t>The</a:t>
            </a:r>
            <a:r>
              <a:rPr lang="ja-JP" altLang="en-US" dirty="0"/>
              <a:t> 防衛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2387600"/>
            <a:ext cx="9144000" cy="1655762"/>
          </a:xfrm>
        </p:spPr>
        <p:txBody>
          <a:bodyPr/>
          <a:lstStyle/>
          <a:p>
            <a:r>
              <a:rPr kumimoji="1" lang="ja-JP" altLang="en-US" dirty="0"/>
              <a:t>企画者　愛甲　祥大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5486400" y="4634144"/>
            <a:ext cx="670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エンジン：</a:t>
            </a:r>
            <a:r>
              <a:rPr kumimoji="1" lang="en-US" altLang="ja-JP" dirty="0"/>
              <a:t>Unreal Engine5</a:t>
            </a:r>
          </a:p>
          <a:p>
            <a:r>
              <a:rPr lang="ja-JP" altLang="en-US" dirty="0"/>
              <a:t>プラットフォーム：</a:t>
            </a:r>
            <a:r>
              <a:rPr lang="en-US" altLang="ja-JP" dirty="0"/>
              <a:t>PC</a:t>
            </a:r>
          </a:p>
          <a:p>
            <a:r>
              <a:rPr kumimoji="1" lang="ja-JP" altLang="en-US" dirty="0"/>
              <a:t>ジャンル：</a:t>
            </a:r>
            <a:r>
              <a:rPr kumimoji="1" lang="en-US" altLang="ja-JP" dirty="0"/>
              <a:t>FPS</a:t>
            </a:r>
            <a:r>
              <a:rPr kumimoji="1" lang="ja-JP" altLang="en-US" dirty="0"/>
              <a:t>シューティング</a:t>
            </a:r>
            <a:r>
              <a:rPr lang="ja-JP" altLang="en-US" dirty="0"/>
              <a:t>、タワーディフェンス</a:t>
            </a:r>
            <a:endParaRPr kumimoji="1" lang="en-US" altLang="ja-JP" dirty="0"/>
          </a:p>
          <a:p>
            <a:r>
              <a:rPr lang="ja-JP" altLang="en-US" dirty="0"/>
              <a:t>プレイ人数：</a:t>
            </a:r>
            <a:r>
              <a:rPr lang="en-US" altLang="ja-JP" dirty="0"/>
              <a:t>1</a:t>
            </a:r>
            <a:r>
              <a:rPr lang="ja-JP" altLang="en-US" dirty="0"/>
              <a:t>人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50481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11155532" cy="837676"/>
          </a:xfrm>
        </p:spPr>
        <p:txBody>
          <a:bodyPr/>
          <a:lstStyle/>
          <a:p>
            <a:r>
              <a:rPr kumimoji="1" lang="ja-JP" altLang="en-US" dirty="0"/>
              <a:t>弾も味方も失っていく状況であるものすべてを使って耐えていく。</a:t>
            </a:r>
          </a:p>
        </p:txBody>
      </p:sp>
      <p:sp>
        <p:nvSpPr>
          <p:cNvPr id="6" name="タイトル 1"/>
          <p:cNvSpPr txBox="1">
            <a:spLocks/>
          </p:cNvSpPr>
          <p:nvPr/>
        </p:nvSpPr>
        <p:spPr>
          <a:xfrm>
            <a:off x="838200" y="279823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概要</a:t>
            </a:r>
          </a:p>
        </p:txBody>
      </p:sp>
      <p:sp>
        <p:nvSpPr>
          <p:cNvPr id="7" name="コンテンツ プレースホルダー 2"/>
          <p:cNvSpPr txBox="1">
            <a:spLocks/>
          </p:cNvSpPr>
          <p:nvPr/>
        </p:nvSpPr>
        <p:spPr>
          <a:xfrm>
            <a:off x="838200" y="3974021"/>
            <a:ext cx="10515600" cy="2435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舞台：どこかの前哨基地。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ストーリー：バイオハザードが発生し、命からがら拠点まで撤退出来た者たちの奮闘記。</a:t>
            </a:r>
            <a:endParaRPr lang="en-US" altLang="ja-JP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01611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ゲームの流れ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ウェーブ毎に敵が湧く。湧いた敵は基地を目指して移動する。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時折、補給が来るが敵は補給を潰しに来る。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補給を確保しつつ拠点を敵から</a:t>
            </a:r>
            <a:r>
              <a:rPr kumimoji="1" lang="ja-JP" altLang="en-US" dirty="0"/>
              <a:t>防衛。</a:t>
            </a:r>
            <a:endParaRPr kumimoji="1"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1508" y="2526321"/>
            <a:ext cx="1596553" cy="186731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7285" y="-96733"/>
            <a:ext cx="2319767" cy="2149651"/>
          </a:xfrm>
          <a:prstGeom prst="rect">
            <a:avLst/>
          </a:prstGeom>
        </p:spPr>
      </p:pic>
      <p:sp>
        <p:nvSpPr>
          <p:cNvPr id="6" name="右矢印 5"/>
          <p:cNvSpPr/>
          <p:nvPr/>
        </p:nvSpPr>
        <p:spPr>
          <a:xfrm flipH="1">
            <a:off x="8406208" y="3459978"/>
            <a:ext cx="1323795" cy="6036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0069376" y="1933796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移動</a:t>
            </a:r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432"/>
          <a:stretch/>
        </p:blipFill>
        <p:spPr>
          <a:xfrm>
            <a:off x="6516209" y="2683318"/>
            <a:ext cx="2443577" cy="1553321"/>
          </a:xfrm>
          <a:prstGeom prst="rect">
            <a:avLst/>
          </a:prstGeom>
        </p:spPr>
      </p:pic>
      <p:sp>
        <p:nvSpPr>
          <p:cNvPr id="9" name="右矢印 8"/>
          <p:cNvSpPr/>
          <p:nvPr/>
        </p:nvSpPr>
        <p:spPr>
          <a:xfrm rot="2855198" flipH="1">
            <a:off x="9263707" y="1950748"/>
            <a:ext cx="1323795" cy="6036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8666359" y="3094299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攻撃</a:t>
            </a:r>
            <a:endParaRPr kumimoji="1" lang="ja-JP" altLang="en-US" dirty="0"/>
          </a:p>
        </p:txBody>
      </p:sp>
      <p:pic>
        <p:nvPicPr>
          <p:cNvPr id="11" name="図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7427" y="4796476"/>
            <a:ext cx="1368177" cy="1638535"/>
          </a:xfrm>
          <a:prstGeom prst="rect">
            <a:avLst/>
          </a:prstGeom>
        </p:spPr>
      </p:pic>
      <p:sp>
        <p:nvSpPr>
          <p:cNvPr id="12" name="右矢印 11"/>
          <p:cNvSpPr/>
          <p:nvPr/>
        </p:nvSpPr>
        <p:spPr>
          <a:xfrm rot="7923612" flipH="1">
            <a:off x="9660473" y="4896798"/>
            <a:ext cx="1323795" cy="6036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10507052" y="5435015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倒す</a:t>
            </a:r>
            <a:endParaRPr kumimoji="1" lang="ja-JP" altLang="en-US" dirty="0"/>
          </a:p>
        </p:txBody>
      </p:sp>
      <p:sp>
        <p:nvSpPr>
          <p:cNvPr id="14" name="右矢印 13"/>
          <p:cNvSpPr/>
          <p:nvPr/>
        </p:nvSpPr>
        <p:spPr>
          <a:xfrm rot="3233541" flipH="1">
            <a:off x="7292209" y="4455490"/>
            <a:ext cx="1588299" cy="6036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7298009" y="4969456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補給</a:t>
            </a:r>
            <a:endParaRPr kumimoji="1" lang="ja-JP" altLang="en-US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10594886" y="4358417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敵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8664709" y="6360207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プレイヤー</a:t>
            </a:r>
            <a:endParaRPr kumimoji="1" lang="ja-JP" altLang="en-US" dirty="0"/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6832656" y="3899691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補給ドローン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80184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46111" y="245513"/>
            <a:ext cx="9404723" cy="1400530"/>
          </a:xfrm>
        </p:spPr>
        <p:txBody>
          <a:bodyPr/>
          <a:lstStyle/>
          <a:p>
            <a:r>
              <a:rPr lang="ja-JP" altLang="en-US" dirty="0"/>
              <a:t>操作方法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46111" y="1138518"/>
            <a:ext cx="8946541" cy="4195481"/>
          </a:xfrm>
        </p:spPr>
        <p:txBody>
          <a:bodyPr/>
          <a:lstStyle/>
          <a:p>
            <a:r>
              <a:rPr lang="ja-JP" altLang="en-US" dirty="0"/>
              <a:t>視点操作：マウス</a:t>
            </a:r>
            <a:endParaRPr lang="en-US" altLang="ja-JP" dirty="0"/>
          </a:p>
          <a:p>
            <a:r>
              <a:rPr lang="ja-JP" altLang="en-US" dirty="0"/>
              <a:t>攻撃：マウス左クリック</a:t>
            </a:r>
            <a:endParaRPr lang="en-US" altLang="ja-JP" dirty="0"/>
          </a:p>
          <a:p>
            <a:r>
              <a:rPr lang="ja-JP" altLang="en-US" dirty="0"/>
              <a:t>インベントリ切り替え：マウスホイール</a:t>
            </a:r>
            <a:endParaRPr lang="en-US" altLang="ja-JP" dirty="0"/>
          </a:p>
          <a:p>
            <a:r>
              <a:rPr lang="ja-JP" altLang="en-US" dirty="0"/>
              <a:t>移動：</a:t>
            </a:r>
            <a:r>
              <a:rPr lang="en-US" altLang="ja-JP" dirty="0"/>
              <a:t>WASD</a:t>
            </a:r>
          </a:p>
          <a:p>
            <a:r>
              <a:rPr kumimoji="1" lang="ja-JP" altLang="en-US" dirty="0"/>
              <a:t>アイテム回収＆インタラクト：</a:t>
            </a:r>
            <a:r>
              <a:rPr kumimoji="1" lang="en-US" altLang="ja-JP" dirty="0"/>
              <a:t>E</a:t>
            </a:r>
          </a:p>
          <a:p>
            <a:r>
              <a:rPr lang="ja-JP" altLang="en-US" dirty="0"/>
              <a:t>武器切り替え：</a:t>
            </a:r>
            <a:r>
              <a:rPr lang="en-US" altLang="ja-JP" dirty="0"/>
              <a:t>Q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C8C8CEB-6A61-EC8E-F6A6-892323104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29" y="3685622"/>
            <a:ext cx="7128939" cy="317237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251F4FB3-7535-DF5A-AA73-614732E7CD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250" b="98250" l="10000" r="90000">
                        <a14:foregroundMark x1="29000" y1="41000" x2="29000" y2="41000"/>
                        <a14:foregroundMark x1="28500" y1="38500" x2="38750" y2="84250"/>
                        <a14:foregroundMark x1="40500" y1="38000" x2="28500" y2="60500"/>
                        <a14:foregroundMark x1="28500" y1="60500" x2="30250" y2="69500"/>
                        <a14:foregroundMark x1="31500" y1="41500" x2="24000" y2="45000"/>
                        <a14:foregroundMark x1="31500" y1="32250" x2="36250" y2="32750"/>
                        <a14:foregroundMark x1="48250" y1="34000" x2="55750" y2="47500"/>
                        <a14:foregroundMark x1="55750" y1="47500" x2="56000" y2="49000"/>
                        <a14:foregroundMark x1="58000" y1="36250" x2="49000" y2="44500"/>
                        <a14:foregroundMark x1="45750" y1="29000" x2="52000" y2="34500"/>
                        <a14:foregroundMark x1="59250" y1="41250" x2="63000" y2="48750"/>
                        <a14:foregroundMark x1="56500" y1="61250" x2="50250" y2="81250"/>
                        <a14:foregroundMark x1="50250" y1="81250" x2="34500" y2="89250"/>
                        <a14:foregroundMark x1="34500" y1="89250" x2="28500" y2="73500"/>
                        <a14:foregroundMark x1="28500" y1="73500" x2="28500" y2="72250"/>
                        <a14:foregroundMark x1="48250" y1="56250" x2="44500" y2="73500"/>
                        <a14:foregroundMark x1="44500" y1="73500" x2="44500" y2="73500"/>
                        <a14:foregroundMark x1="52750" y1="55000" x2="61750" y2="64250"/>
                        <a14:foregroundMark x1="61750" y1="64250" x2="59750" y2="72500"/>
                        <a14:foregroundMark x1="60250" y1="55000" x2="63250" y2="68250"/>
                        <a14:foregroundMark x1="63250" y1="68250" x2="60500" y2="81750"/>
                        <a14:foregroundMark x1="24000" y1="57750" x2="26500" y2="86000"/>
                        <a14:foregroundMark x1="28500" y1="89250" x2="45000" y2="94500"/>
                        <a14:foregroundMark x1="45000" y1="94500" x2="56250" y2="86000"/>
                        <a14:foregroundMark x1="56250" y1="86000" x2="56250" y2="85500"/>
                        <a14:foregroundMark x1="40750" y1="97000" x2="43250" y2="98250"/>
                        <a14:foregroundMark x1="43250" y1="45750" x2="43500" y2="54250"/>
                        <a14:foregroundMark x1="43000" y1="19250" x2="43750" y2="15750"/>
                        <a14:foregroundMark x1="43250" y1="15250" x2="47389" y2="10593"/>
                        <a14:foregroundMark x1="45000" y1="10750" x2="45000" y2="10750"/>
                        <a14:foregroundMark x1="46750" y1="9250" x2="46750" y2="9250"/>
                        <a14:foregroundMark x1="49000" y1="7250" x2="49000" y2="7250"/>
                        <a14:foregroundMark x1="76500" y1="6000" x2="76500" y2="6000"/>
                        <a14:foregroundMark x1="80500" y1="2250" x2="80500" y2="2250"/>
                        <a14:foregroundMark x1="54000" y1="6750" x2="54000" y2="6750"/>
                        <a14:backgroundMark x1="50750" y1="10250" x2="47500" y2="10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730" y="2963413"/>
            <a:ext cx="3810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550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37453"/>
          </a:xfrm>
        </p:spPr>
        <p:txBody>
          <a:bodyPr/>
          <a:lstStyle/>
          <a:p>
            <a:r>
              <a:rPr kumimoji="1" lang="ja-JP" altLang="en-US" dirty="0"/>
              <a:t>ゲーム画面</a:t>
            </a:r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034" y="1402085"/>
            <a:ext cx="7480800" cy="4206244"/>
          </a:xfrm>
          <a:prstGeom prst="rect">
            <a:avLst/>
          </a:prstGeom>
        </p:spPr>
      </p:pic>
      <p:sp>
        <p:nvSpPr>
          <p:cNvPr id="5" name="右矢印 4"/>
          <p:cNvSpPr/>
          <p:nvPr/>
        </p:nvSpPr>
        <p:spPr>
          <a:xfrm rot="19506332">
            <a:off x="2139519" y="5461849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846554" y="5906228"/>
            <a:ext cx="4463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体力：</a:t>
            </a:r>
            <a:r>
              <a:rPr kumimoji="1" lang="en-US" altLang="ja-JP" dirty="0"/>
              <a:t>0</a:t>
            </a:r>
            <a:r>
              <a:rPr kumimoji="1" lang="ja-JP" altLang="en-US" dirty="0"/>
              <a:t>になると戦闘に参加できなくなる</a:t>
            </a:r>
          </a:p>
        </p:txBody>
      </p:sp>
      <p:sp>
        <p:nvSpPr>
          <p:cNvPr id="7" name="右矢印 6"/>
          <p:cNvSpPr/>
          <p:nvPr/>
        </p:nvSpPr>
        <p:spPr>
          <a:xfrm rot="5400000">
            <a:off x="5853234" y="985681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5521621" y="532618"/>
            <a:ext cx="495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基地の体力：</a:t>
            </a:r>
            <a:r>
              <a:rPr kumimoji="1" lang="en-US" altLang="ja-JP" dirty="0"/>
              <a:t>0</a:t>
            </a:r>
            <a:r>
              <a:rPr kumimoji="1" lang="ja-JP" altLang="en-US" dirty="0"/>
              <a:t>になるとゲームオーバー</a:t>
            </a:r>
          </a:p>
        </p:txBody>
      </p:sp>
      <p:sp>
        <p:nvSpPr>
          <p:cNvPr id="9" name="右矢印 8"/>
          <p:cNvSpPr/>
          <p:nvPr/>
        </p:nvSpPr>
        <p:spPr>
          <a:xfrm rot="16200000">
            <a:off x="9215224" y="5610798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8243710" y="6090894"/>
            <a:ext cx="4463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弾薬</a:t>
            </a:r>
            <a:r>
              <a:rPr kumimoji="1" lang="ja-JP" altLang="en-US" dirty="0"/>
              <a:t>：装弾数と残っている弾の数</a:t>
            </a:r>
          </a:p>
        </p:txBody>
      </p:sp>
      <p:sp>
        <p:nvSpPr>
          <p:cNvPr id="11" name="右矢印 10"/>
          <p:cNvSpPr/>
          <p:nvPr/>
        </p:nvSpPr>
        <p:spPr>
          <a:xfrm rot="787914">
            <a:off x="1839775" y="4046321"/>
            <a:ext cx="1853165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108871" y="3235465"/>
            <a:ext cx="4463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インベントリ：</a:t>
            </a:r>
            <a:endParaRPr lang="en-US" altLang="ja-JP" dirty="0"/>
          </a:p>
          <a:p>
            <a:r>
              <a:rPr kumimoji="1" lang="ja-JP" altLang="en-US" dirty="0"/>
              <a:t>消耗品を所持</a:t>
            </a:r>
            <a:r>
              <a:rPr lang="ja-JP" altLang="en-US" dirty="0"/>
              <a:t>と</a:t>
            </a:r>
            <a:r>
              <a:rPr kumimoji="1" lang="ja-JP" altLang="en-US" dirty="0"/>
              <a:t>、</a:t>
            </a:r>
            <a:endParaRPr kumimoji="1" lang="en-US" altLang="ja-JP" dirty="0"/>
          </a:p>
          <a:p>
            <a:r>
              <a:rPr kumimoji="1" lang="ja-JP" altLang="en-US" dirty="0"/>
              <a:t>使用できる。</a:t>
            </a:r>
          </a:p>
        </p:txBody>
      </p:sp>
    </p:spTree>
    <p:extLst>
      <p:ext uri="{BB962C8B-B14F-4D97-AF65-F5344CB8AC3E}">
        <p14:creationId xmlns:p14="http://schemas.microsoft.com/office/powerpoint/2010/main" val="15456233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イオン">
  <a:themeElements>
    <a:clrScheme name="イオン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イオン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イオン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779</TotalTime>
  <Words>187</Words>
  <Application>Microsoft Office PowerPoint</Application>
  <PresentationFormat>ワイド画面</PresentationFormat>
  <Paragraphs>41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イオン</vt:lpstr>
      <vt:lpstr>The 防衛</vt:lpstr>
      <vt:lpstr>コンセプト</vt:lpstr>
      <vt:lpstr>ゲームの流れ</vt:lpstr>
      <vt:lpstr>操作方法</vt:lpstr>
      <vt:lpstr>ゲーム画面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ゲーム制作企画書</dc:title>
  <dc:creator>GA2A</dc:creator>
  <cp:lastModifiedBy>愛甲　祥大</cp:lastModifiedBy>
  <cp:revision>33</cp:revision>
  <dcterms:created xsi:type="dcterms:W3CDTF">2025-10-02T01:15:42Z</dcterms:created>
  <dcterms:modified xsi:type="dcterms:W3CDTF">2025-12-22T14:28:11Z</dcterms:modified>
</cp:coreProperties>
</file>