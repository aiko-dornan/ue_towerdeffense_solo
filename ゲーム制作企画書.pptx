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41BA-3CFF-4AFF-88B1-DBD736C8B12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B8580-C637-4C0A-B198-F70AF7616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462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41BA-3CFF-4AFF-88B1-DBD736C8B12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B8580-C637-4C0A-B198-F70AF7616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4022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41BA-3CFF-4AFF-88B1-DBD736C8B12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B8580-C637-4C0A-B198-F70AF7616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9779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41BA-3CFF-4AFF-88B1-DBD736C8B12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B8580-C637-4C0A-B198-F70AF7616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20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41BA-3CFF-4AFF-88B1-DBD736C8B12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B8580-C637-4C0A-B198-F70AF7616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43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41BA-3CFF-4AFF-88B1-DBD736C8B12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B8580-C637-4C0A-B198-F70AF7616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1036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41BA-3CFF-4AFF-88B1-DBD736C8B12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B8580-C637-4C0A-B198-F70AF7616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699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41BA-3CFF-4AFF-88B1-DBD736C8B12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B8580-C637-4C0A-B198-F70AF7616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5393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41BA-3CFF-4AFF-88B1-DBD736C8B12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B8580-C637-4C0A-B198-F70AF7616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897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41BA-3CFF-4AFF-88B1-DBD736C8B12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B8580-C637-4C0A-B198-F70AF7616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82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841BA-3CFF-4AFF-88B1-DBD736C8B12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B8580-C637-4C0A-B198-F70AF7616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464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841BA-3CFF-4AFF-88B1-DBD736C8B12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8580-C637-4C0A-B198-F70AF7616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03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ゲーム制作企画書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愛甲　祥大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50481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コンセプト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兵站を維持する。ジリ貧</a:t>
            </a:r>
            <a:r>
              <a:rPr kumimoji="1" lang="ja-JP" altLang="en-US" dirty="0" smtClean="0"/>
              <a:t>防衛。徐々に弾薬も兵士も失っていく状況で耐えていく。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161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舞台</a:t>
            </a:r>
            <a:r>
              <a:rPr kumimoji="1" lang="ja-JP" altLang="en-US" dirty="0" smtClean="0"/>
              <a:t>：どこかの前哨基地。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lang="ja-JP" altLang="en-US" dirty="0" smtClean="0"/>
              <a:t>ストーリー：バイオハザードが発生し、命からがら拠点まで撤退出来た者たちの奮闘記。</a:t>
            </a:r>
            <a:endParaRPr lang="en-US" altLang="ja-JP" dirty="0" smtClean="0"/>
          </a:p>
          <a:p>
            <a:endParaRPr kumimoji="1" lang="en-US" altLang="ja-JP" dirty="0"/>
          </a:p>
          <a:p>
            <a:r>
              <a:rPr lang="ja-JP" altLang="en-US" dirty="0" smtClean="0"/>
              <a:t>使用エンジン：</a:t>
            </a:r>
            <a:r>
              <a:rPr lang="en-US" altLang="ja-JP" dirty="0" err="1" smtClean="0"/>
              <a:t>UnReal</a:t>
            </a:r>
            <a:r>
              <a:rPr lang="en-US" altLang="ja-JP" dirty="0" smtClean="0"/>
              <a:t> Engine</a:t>
            </a:r>
          </a:p>
          <a:p>
            <a:endParaRPr kumimoji="1" lang="en-US" altLang="ja-JP" dirty="0"/>
          </a:p>
          <a:p>
            <a:r>
              <a:rPr lang="ja-JP" altLang="en-US" dirty="0" smtClean="0"/>
              <a:t>ジャンル：</a:t>
            </a:r>
            <a:r>
              <a:rPr lang="en-US" altLang="ja-JP" dirty="0" smtClean="0"/>
              <a:t>FPS</a:t>
            </a:r>
            <a:r>
              <a:rPr lang="ja-JP" altLang="en-US" dirty="0" err="1" smtClean="0"/>
              <a:t>、</a:t>
            </a:r>
            <a:r>
              <a:rPr lang="ja-JP" altLang="en-US" dirty="0" smtClean="0"/>
              <a:t>タワーディフェンス。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59135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ゲームの流れ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遠征で物資</a:t>
            </a:r>
            <a:r>
              <a:rPr lang="ja-JP" altLang="en-US" dirty="0" smtClean="0"/>
              <a:t>回収。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基地の</a:t>
            </a:r>
            <a:r>
              <a:rPr kumimoji="1" lang="ja-JP" altLang="en-US" dirty="0" smtClean="0"/>
              <a:t>強化。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lang="ja-JP" altLang="en-US" dirty="0"/>
              <a:t>兵站の</a:t>
            </a:r>
            <a:r>
              <a:rPr lang="ja-JP" altLang="en-US" dirty="0" smtClean="0"/>
              <a:t>維持しつつ拠点を敵から</a:t>
            </a:r>
            <a:r>
              <a:rPr kumimoji="1" lang="ja-JP" altLang="en-US" dirty="0" smtClean="0"/>
              <a:t>防衛。</a:t>
            </a:r>
            <a:endParaRPr kumimoji="1" lang="en-US" altLang="ja-JP" dirty="0" smtClean="0"/>
          </a:p>
          <a:p>
            <a:endParaRPr lang="en-US" altLang="ja-JP" dirty="0" smtClean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8018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遊び方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キーボード</a:t>
            </a:r>
            <a:r>
              <a:rPr kumimoji="1" lang="en-US" altLang="ja-JP" dirty="0" smtClean="0"/>
              <a:t>+</a:t>
            </a:r>
            <a:r>
              <a:rPr kumimoji="1" lang="ja-JP" altLang="en-US" dirty="0" smtClean="0"/>
              <a:t>マウス。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4550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90</Words>
  <Application>Microsoft Office PowerPoint</Application>
  <PresentationFormat>ワイド画面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ゲーム制作企画書</vt:lpstr>
      <vt:lpstr>コンセプト</vt:lpstr>
      <vt:lpstr>概要</vt:lpstr>
      <vt:lpstr>ゲームの流れ</vt:lpstr>
      <vt:lpstr>遊び方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ゲーム制作企画書</dc:title>
  <dc:creator>GA2A</dc:creator>
  <cp:lastModifiedBy>GA2A</cp:lastModifiedBy>
  <cp:revision>13</cp:revision>
  <dcterms:created xsi:type="dcterms:W3CDTF">2025-10-02T01:15:42Z</dcterms:created>
  <dcterms:modified xsi:type="dcterms:W3CDTF">2025-10-07T07:32:01Z</dcterms:modified>
</cp:coreProperties>
</file>